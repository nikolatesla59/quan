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Bài Thuyết Trình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Được tạo tự động bởi Doc2Slide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Kế hoạch Phát triển Dự án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Mục tiêu của dự án là xây dựng một hệ thống thông minh.</a:t>
            </a:r>
          </a:p>
          <a:p>
            <a:pPr lvl="1"/>
            <a:r>
              <a:t>Hệ thống này giúp giảm thiểu thời gian làm báo cáo thủ công.</a:t>
            </a:r>
          </a:p>
          <a:p>
            <a:pPr lvl="1"/>
            <a:r>
              <a:t>Bằng cách sử dụng AI và Python, chúng ta có thể tự động hóa quy trình.</a:t>
            </a:r>
          </a:p>
          <a:p>
            <a:pPr lvl="1"/>
            <a:r>
              <a:t>Điều này giúp tăng 50% năng suất làm việc của nhân sự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Nguyên lý Hoạt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Đầu tiên, hệ thống đọc file Word do người dùng cung cấp.</a:t>
            </a:r>
          </a:p>
          <a:p>
            <a:pPr lvl="1"/>
            <a:r>
              <a:t>Sau đó, công cụ sẽ phân tách các câu và đoạn văn.</a:t>
            </a:r>
          </a:p>
          <a:p>
            <a:pPr lvl="1"/>
            <a:r>
              <a:t>Những câu quan trọng sẽ được chọn lọc và chuyển thành các bullet points trên PowerPoint.</a:t>
            </a:r>
          </a:p>
          <a:p>
            <a:pPr lvl="1"/>
            <a:r>
              <a:t>Cuối cùng, một file PPTX hoàn chỉnh sẽ được tạo ra và tải xuống tự động.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Dự án này là minh chứng cho sức mạnh của mã nguồn mở.</a:t>
            </a:r>
          </a:p>
          <a:p>
            <a:pPr lvl="1"/>
            <a:r>
              <a:t>Việc kết hợp Streamlit, python-docx và python-pptx mang lại trải nghiệm tuyệt vời.</a:t>
            </a:r>
          </a:p>
          <a:p>
            <a:pPr lvl="1"/>
            <a:r>
              <a:t>Trong tương lai, chúng ta có thể tích hợp thêm Claude hoặc Gemini qua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